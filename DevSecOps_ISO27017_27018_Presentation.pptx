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  <a:latin typeface="Arial"/>
              </a:defRPr>
            </a:pPr>
            <a:r>
              <a:t>DevSecOps &amp; Compliance Contínuo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04040"/>
                </a:solidFill>
                <a:latin typeface="Arial"/>
              </a:defRPr>
            </a:pPr>
            <a:r>
              <a:t>ISO 27017/27018 &amp; Pipeline Automatizada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  <a:latin typeface="Arial"/>
              </a:defRPr>
            </a:pPr>
            <a:r>
              <a:t>Exemplos práticos de conformidade em Cloud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🔒 ISO 27017/27018 - 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📋 ISO 27017 - Cloud Computing Security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Controles de segurança específicos para cloud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Backup e recuperação de dados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Criptografia de dados em repouso e trânsito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Segregação de ambientes (Dev/Prod)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📋 ISO 27018 - Personal Data Protection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Proteção de dados pessoais na nuvem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Auditoria e rastreabilidade (CloudTrail)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Direito ao esquecimento (LGPD Art. 18)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Data residency - localização dos dados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🎯 Objetivo: Conformidade automatizada via IaC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33"/>
                </a:solidFill>
                <a:latin typeface="Arial"/>
              </a:defRPr>
            </a:pPr>
            <a:r>
              <a:t>💾 ISO 27017 - Backup e Recuperação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✅ Requisitos de Conformidade: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Backup automatizado diário às 3AM UTC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Retenção mínima de 30 dias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Vault dedicado para compliance (aws_backup_vault)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Tags de rastreabilidade (Compliance, Type)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🛠️ Implementação AWS: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AWS Backup Plan com regras de lifecycle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Seleção por tags (Environment=production)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Notificações SNS para falhas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IAM Role com permissões específicas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📊 Validação OPA: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Política verifica retenção &gt;= 30 dias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Valida tags obrigatórias de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33"/>
                </a:solidFill>
                <a:latin typeface="Arial"/>
              </a:defRPr>
            </a:pPr>
            <a:r>
              <a:t>🔐 ISO 27017 - Criptografia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✅ Requisitos de Conformidade: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Criptografia AES-256 para dados em repouso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KMS com rotação automática de chaves (365 dias)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Bucket versionamento habilitado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Logging de acesso às chaves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🛠️ Implementação AWS: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AWS KMS Customer Managed Key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S3 bucket encryption (SSE-KMS)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Versioning e lifecycle management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CloudWatch Logs para auditoria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📊 Validação OPA: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Verifica algoritmo AES-256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Valida rotação automática de chaves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Confirma versionamento habilitado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33"/>
                </a:solidFill>
                <a:latin typeface="Arial"/>
              </a:defRPr>
            </a:pPr>
            <a:r>
              <a:t>🏗️ ISO 27017 - Segregação de Rede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✅ Requisitos de Conformidade: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VPCs separadas para Dev e Prod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CIDR blocks não sobrepostos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Subnets públicas e privadas isoladas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Flow Logs habilitados para auditoria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🛠️ Implementação AWS: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VPC Dev: 10.0.0.0/16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VPC Prod: 10.1.0.0/16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Subnets em múltiplas AZs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VPC Flow Logs para CloudWatch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📊 Validação OPA: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Verifica VPCs separadas Dev/Prod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Valida CIDR blocks distintos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Confirma Flow Logs habilitados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0099"/>
                </a:solidFill>
                <a:latin typeface="Arial"/>
              </a:defRPr>
            </a:pPr>
            <a:r>
              <a:t>📋 ISO 27018 - Auditoria e Rastreabilidade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✅ Requisitos de Conformidade: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CloudTrail multi-region habilitado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Retenção de logs por 7 anos (2557 dias)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Logs imutáveis (Object Lock)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Criptografia de logs (KMS)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🛠️ Implementação AWS: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CloudTrail com bucket S3 dedicado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S3 Object Lock em modo Compliance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Lifecycle para arquivamento Glacier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Notificações SNS para eventos críticos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📊 Validação OPA: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Verifica multi-region habilitado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Valida retenção &gt;= 2555 dias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Confirma Object Lock ativo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0099"/>
                </a:solidFill>
                <a:latin typeface="Arial"/>
              </a:defRPr>
            </a:pPr>
            <a:r>
              <a:t>🗑️ ISO 27018 - Direito ao Esquecimento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✅ Requisitos de Conformidade (LGPD Art. 18):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Processamento em até 15 dias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Lambda function automatizada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Fila SQS com retenção de 14 dias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Registro completo de exclusões (DynamoDB)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🛠️ Implementação AWS: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Lambda Python 3.11 com timeout 300s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SQS para gerenciar solicitações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DynamoDB para histórico de exclusões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CloudWatch Logs (retenção 7 anos)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📊 Validação OPA: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Verifica SLA de processamento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Valida retenção de logs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Confirma registro de exclusões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0099"/>
                </a:solidFill>
                <a:latin typeface="Arial"/>
              </a:defRPr>
            </a:pPr>
            <a:r>
              <a:t>🌎 ISO 27018 - Data Residency (LGPD)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✅ Requisitos de Conformidade: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Dados pessoais 100% em sa-east-1 (Brasil)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Bloqueio de replicação cross-region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Lifecycle com retenção 5 anos (LGPD)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Config Rule para validação contínua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🛠️ Implementação AWS: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S3 bucket na região sa-east-1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Bucket policy bloqueando replicação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Tags: Region=Brazil, LGPD=true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AWS Config para monitoramento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📊 Validação OPA: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Verifica tags de localização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Confirma bloqueio de replicação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Valida conformidade LGPD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C3300"/>
                </a:solidFill>
                <a:latin typeface="Arial"/>
              </a:defRPr>
            </a:pPr>
            <a:r>
              <a:t>🚀 Pipeline de Compliance Contínuo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🎯 Objetivo: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Validação automatizada de conformidade em cada commit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⚙️ Tecnologias: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GitHub Actions (CI/CD)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Terraform 1.6.0 (IaC)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Open Policy Agent - OPA 0.58.0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TFSec &amp; Checkov (SAST)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Infracost (Estimativa de custos)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📊 7 Stages Automatizados: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1. Validação de Código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2. Análise de Segurança (SAST)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3. Validação de Políticas (OPA)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4. Terraform Plan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5. Estimativa de Custos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6. Relatório de Compliance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7. Deploy (desabilitado - exemplos)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C3300"/>
                </a:solidFill>
                <a:latin typeface="Arial"/>
              </a:defRPr>
            </a:pPr>
            <a:r>
              <a:t>📝 Pipeline - Stages 1-3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Stage 1 - Validação de Código: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terraform fmt -check (formatação)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terraform validate (sintaxe)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SLA: ~1 minuto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Stage 2 - Análise de Segurança (SAST):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TFSec: vulnerabilidades em Terraform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Checkov: best practices de segurança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Upload SARIF para GitHub Security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SLA: ~2 minutos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Stage 3 - Validação de Políticas (OPA):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6 políticas ISO 27017/27018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terraform plan + opa eval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Validação com mock credentials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SLA: ~5 minutos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C3300"/>
                </a:solidFill>
                <a:latin typeface="Arial"/>
              </a:defRPr>
            </a:pPr>
            <a:r>
              <a:t>📋 Pipeline - Stages 4-6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Stage 4 - Terraform Plan: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Plan com -refresh=false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Mock AWS provider para exemplos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Upload de artefatos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SLA: ~2 minutos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Stage 5 - Estimativa de Custos (Infracost):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Análise de todos os 6 exemplos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Relatório de custos AWS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Comentários automáticos em PRs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SLA: ~2 minutos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Stage 6 - Relatório de Compliance: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Consolidação de resultados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Métricas de conformidade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Upload de artefatos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SLA: ~1 minuto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C3300"/>
                </a:solidFill>
                <a:latin typeface="Arial"/>
              </a:defRPr>
            </a:pPr>
            <a:r>
              <a:t>📈 Métricas e Benefícios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⏱️ Performance: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Tempo total: ~13 minutos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Execução paralela de stages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Continue-on-error para visibilidade total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✅ Conformidade: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6 políticas validadas automaticamente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50+ checks de segurança (Checkov/TFSec)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100% rastreabilidade via artefatos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🎯 Automação: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Execução em push, PR, schedule (diário 3AM)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Workflow dispatch para execução manual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Comentários automáticos em Pull Requests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💰 Economia: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Mock credentials - sem custos AWS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Validação antes do deploy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Prevenção de não-conformidade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33"/>
                </a:solidFill>
                <a:latin typeface="Arial"/>
              </a:defRPr>
            </a:pPr>
            <a:r>
              <a:t>✅ 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🎯 Principais Conquistas: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✅ Compliance automatizado ISO 27017/27018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✅ Pipeline CI/CD completa com 6 stages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✅ Policy as Code com Open Policy Agent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✅ Segurança integrada (SAST + OPA)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✅ Estimativa de custos automatizada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✅ 100% rastreável e auditável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🚀 Próximos Passos: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Integrar com ambiente real AWS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Adicionar testes de integração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Implementar deploy automatizado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Expandir políticas OPA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Dashboard de métricas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📚 Recursos: github.com/tharles-freire-heyupcharly/devsecops-examples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